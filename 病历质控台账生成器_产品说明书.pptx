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病历质控台账生成器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Microsoft YaHei"/>
              </a:defRPr>
            </a:pPr>
            <a:r>
              <a:t>辽宁中医嘉和医院 · 院级质控专用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BB"/>
                </a:solidFill>
                <a:latin typeface="Microsoft YaHei"/>
              </a:defRPr>
            </a:pPr>
            <a:r>
              <a:t>v2.0  |  2026年6月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CC"/>
                </a:solidFill>
                <a:latin typeface="Microsoft YaHei"/>
              </a:defRPr>
            </a:pPr>
            <a:r>
              <a:t>XPS提取 → AI六维分析 → 缺陷台账 → 一键导出Excel</a:t>
            </a:r>
            <a:br/>
            <a:r>
              <a:t>全流程自动化，人工仅需复核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产品定位：让病历质控从"人查"到"机查"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痛点 → 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Microsoft YaHei"/>
              </a:defRPr>
            </a:pPr>
            <a:r>
              <a:t>⏱️ 人工查1份病历 30-60 分钟 → AI 分析 15-30 秒，人工仅复核</a:t>
            </a:r>
          </a:p>
          <a:p>
            <a:pPr>
              <a:spcAft>
                <a:spcPts val="600"/>
              </a:spcAft>
              <a:defRPr sz="1800">
                <a:latin typeface="Microsoft YaHei"/>
              </a:defRPr>
            </a:pPr>
            <a:r>
              <a:t>📏 质控标准执行不一致 → 六维 34 项标准内置，每次检查全覆盖</a:t>
            </a:r>
          </a:p>
          <a:p>
            <a:pPr>
              <a:spcAft>
                <a:spcPts val="600"/>
              </a:spcAft>
              <a:defRPr sz="1800">
                <a:latin typeface="Microsoft YaHei"/>
              </a:defRPr>
            </a:pPr>
            <a:r>
              <a:t>📝 缺陷描述不规范 → AI 润色引擎，口语一键转专业质控语言</a:t>
            </a:r>
          </a:p>
          <a:p>
            <a:pPr>
              <a:spcAft>
                <a:spcPts val="600"/>
              </a:spcAft>
              <a:defRPr sz="1800">
                <a:latin typeface="Microsoft YaHei"/>
              </a:defRPr>
            </a:pPr>
            <a:r>
              <a:t>📊 台账整理费时费力 → 自动去重合并、按人/按维度统计</a:t>
            </a:r>
          </a:p>
          <a:p>
            <a:pPr>
              <a:spcAft>
                <a:spcPts val="600"/>
              </a:spcAft>
              <a:defRPr sz="1800">
                <a:latin typeface="Microsoft YaHei"/>
              </a:defRPr>
            </a:pPr>
            <a:r>
              <a:t>🔄 历史缺陷无法追溯 → 本地历史记录，常用描述一键复用</a:t>
            </a:r>
          </a:p>
          <a:p>
            <a:pPr>
              <a:spcAft>
                <a:spcPts val="600"/>
              </a:spcAft>
              <a:defRPr sz="1800">
                <a:latin typeface="Microsoft YaHei"/>
              </a:defRPr>
            </a:pPr>
            <a:r>
              <a:t>🚫 知识产权无保护 → HTML 源码嵌入 EXE，F12 无法查看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六维质控标准体系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34项检查细则 + 5项一票否决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一、核心时限  [7项]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4173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入院记录24h · 首程8h · 主治48h · 主任72h</a:t>
            </a:r>
            <a:br/>
            <a:r>
              <a:t>连续3天病程 · 康复评定72h · 阶段小结30天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560320" cy="73152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二、康复专项  [4项]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标准化量表 · 中期评定4周 · 治疗记录单完整</a:t>
            </a:r>
            <a:br/>
            <a:r>
              <a:t>医嘱单/治疗单/病程记录三单一致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256032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三、病程记录质量  [6项]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54679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首程要素完整 · 上级查房分析 · 病情变化记录</a:t>
            </a:r>
            <a:br/>
            <a:r>
              <a:t>有创操作即时记录 · 患方签名 · 阶段小结非复制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256032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7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四、文书完整性  [8项]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023359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一般项目无空项 · 三史无遗漏 · 体格检查完整</a:t>
            </a:r>
            <a:br/>
            <a:r>
              <a:t>辅助检查有序 · 报告单签名 · 医师亲笔签名 · 首页完整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2560320" cy="73152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5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五、知情同意与告知  [5项]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892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授权委托书 · 特殊检查同意书 · 康复风险告知书</a:t>
            </a:r>
            <a:br/>
            <a:r>
              <a:t>各类告知书齐全 · 患方签名+日期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15000"/>
            <a:ext cx="2560320" cy="73152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六、书写规范  [4项]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7607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无大段复制粘贴 · 双线划改规范</a:t>
            </a:r>
            <a:br/>
            <a:r>
              <a:t>24小时制记录 · 术语规范无矛盾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83680"/>
            <a:ext cx="10972800" cy="228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5836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🚨 一票否决：核心记录超时24h | 康复初始评定完全缺失 | 知情同意书缺失/伪造 | 诊断与治疗严重不符 | 复制粘贴致重大错误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自动化流水线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三步完成：XPS提取 → AI分析 → 导入台账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Microsoft YaHei"/>
              </a:defRPr>
            </a:pPr>
            <a:r>
              <a:t>📑 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XPS 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HIS导出的 .xps → 一键提取 →</a:t>
            </a:r>
            <a:br/>
            <a:r>
              <a:t>纯文本病历 (_extracted/)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5757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320040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🔬  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AI 六维分析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病历文本 → DeepSeek 逐项检查 →</a:t>
            </a:r>
            <a:br/>
            <a:r>
              <a:t>结构化缺陷 JSON (_analysis/)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5757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20040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Microsoft YaHei"/>
              </a:defRPr>
            </a:pPr>
            <a:r>
              <a:t>📋  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Microsoft YaHei"/>
              </a:defRPr>
            </a:pPr>
            <a:r>
              <a:t>导入复核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918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JSON → 自动填表 → 人工复核 →</a:t>
            </a:r>
            <a:br/>
            <a:r>
              <a:t>添加到台账 → 导出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solidFill>
            <a:srgbClr val="F8F4FF"/>
          </a:solidFill>
          <a:ln>
            <a:solidFill>
              <a:srgbClr val="D5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E44AD"/>
                </a:solidFill>
                <a:latin typeface="Microsoft YaHei"/>
              </a:defRPr>
            </a:pPr>
            <a:r>
              <a:t>🚀 一键全流程：提取全部 XPS → 分析全部待处理 → 全部导入台账  （无需人工干预）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🤖 AI 智能分析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DeepSeek 大模型逐份逐项检查</a:t>
            </a:r>
            <a:br/>
            <a:r>
              <a:t>自动识别患者信息、病区、主管医师</a:t>
            </a:r>
            <a:br/>
            <a:r>
              <a:t>仅输出有缺陷项，合格项不列</a:t>
            </a:r>
            <a:br/>
            <a:r>
              <a:t>一票否决自动标注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✨ AI 文字润色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口语描述 → 专业质控语言</a:t>
            </a:r>
            <a:br/>
            <a:r>
              <a:t>支持单条/全量一键润色</a:t>
            </a:r>
            <a:br/>
            <a:r>
              <a:t>历史描述本地存储，点击复用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30352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📥 Excel 导出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绿色医院主题配色</a:t>
            </a:r>
            <a:br/>
            <a:r>
              <a:t>Sheet 1: 缺陷明细（全字段）</a:t>
            </a:r>
            <a:br/>
            <a:r>
              <a:t>Sheet 2: 汇总统计（按维度/按人）</a:t>
            </a:r>
            <a:br/>
            <a:r>
              <a:t>一票否决行自动标红加粗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28600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📦 台账管理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同住院号自动合并去重</a:t>
            </a:r>
            <a:br/>
            <a:r>
              <a:t>单元格双击编辑，实时生效</a:t>
            </a:r>
            <a:br/>
            <a:r>
              <a:t>支持逐条删除/一键清空</a:t>
            </a:r>
            <a:br/>
            <a:r>
              <a:t>实时统计病历份数/缺陷总数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三种操作方式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灵活适配不同场景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66160" cy="4572000"/>
          </a:xfrm>
          <a:prstGeom prst="rect">
            <a:avLst/>
          </a:prstGeom>
          <a:solidFill>
            <a:srgbClr val="FAFBFC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Microsoft YaHei"/>
              </a:defRPr>
            </a:pPr>
            <a:r>
              <a:t>方式一：自动化面板（推荐）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点击 🤖导入AI结果 → 打开自动化面板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📑 XPS提取 → 🚀 一键分析 → 📊 导入选中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66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每条缺陷自动匹配到六维表单对应位置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人工逐条复核 → 修改 → 确认责任人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8463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点击 ➕添加到台账 → 📥导出全部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566160" cy="4572000"/>
          </a:xfrm>
          <a:prstGeom prst="rect">
            <a:avLst/>
          </a:prstGeom>
          <a:solidFill>
            <a:srgbClr val="FAFBFC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Microsoft YaHei"/>
              </a:defRPr>
            </a:pPr>
            <a:r>
              <a:t>方式二：全流程一键自动化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自动化面板底部点击 🚀启动全流程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自动：提取XPS → 分析 → 导入台账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全程无需人工干预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完成后直接进入台账复核导出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566160" cy="4572000"/>
          </a:xfrm>
          <a:prstGeom prst="rect">
            <a:avLst/>
          </a:prstGeom>
          <a:solidFill>
            <a:srgbClr val="FAFBFC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276"/>
                </a:solidFill>
                <a:latin typeface="Microsoft YaHei"/>
              </a:defRPr>
            </a:pPr>
            <a:r>
              <a:t>方式三：手动填写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直接在六维表单中逐项描述缺陷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260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点击 ✨ 按钮润色单条描述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661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勾选一票否决项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206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• 添加到台账 → 导出 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技术架构与知识产权保护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后端框架：Python Flask + waitress 生产级 WSGI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AI 引擎：DeepSeek Chat API (deepseek-chat)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前端：单页 HTML5 + Vanilla JavaScript + ExcelJS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打包：PyInstaller 单文件 EXE，双击即用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平台：Windows 10/11 x64，无需安装 Python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🔒 知识产权保护：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• HTML 源码嵌入 EXE 二进制 → F12 无法查看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• EXE 运行时无控制台窗口 → 后台静默运行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• 自定义医院 LOGO 图标嵌入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• 不写注册表 / 不创建系统服务 / 无残留文件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📡 10 个 API 端点：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/api/polish · /api/xps-list · /api/extract-xps · /api/extract-all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/api/extracted-list · /api/run-analysis · /api/analysis-list · /api/analysis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部署与运维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开箱即用，零配置部署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📂 目录结构：</a:t>
            </a:r>
          </a:p>
          <a:p>
            <a:pPr lvl="3">
              <a:spcAft>
                <a:spcPts val="600"/>
              </a:spcAft>
              <a:defRPr sz="1600">
                <a:latin typeface="Microsoft YaHei"/>
              </a:defRPr>
            </a:pPr>
            <a:r>
              <a:t>  病历质控台账生成器.exe          ← 主程序</a:t>
            </a:r>
          </a:p>
          <a:p>
            <a:pPr lvl="5">
              <a:spcAft>
                <a:spcPts val="600"/>
              </a:spcAft>
              <a:defRPr sz="1600">
                <a:latin typeface="Microsoft YaHei"/>
              </a:defRPr>
            </a:pPr>
            <a:r>
              <a:t>  config.json                     ← API Key 配置</a:t>
            </a:r>
          </a:p>
          <a:p>
            <a:pPr lvl="3">
              <a:spcAft>
                <a:spcPts val="600"/>
              </a:spcAft>
              <a:defRPr sz="1600">
                <a:latin typeface="Microsoft YaHei"/>
              </a:defRPr>
            </a:pPr>
            <a:r>
              <a:t>  data/病历质控测试组/            ← 病历数据</a:t>
            </a:r>
          </a:p>
          <a:p>
            <a:pPr lvl="4">
              <a:spcAft>
                <a:spcPts val="600"/>
              </a:spcAft>
              <a:defRPr sz="1600">
                <a:latin typeface="Microsoft YaHei"/>
              </a:defRPr>
            </a:pPr>
            <a:r>
              <a:t>    ├── A组/ C组/ D组/            ← XPS 源文件</a:t>
            </a:r>
          </a:p>
          <a:p>
            <a:pPr lvl="5">
              <a:spcAft>
                <a:spcPts val="600"/>
              </a:spcAft>
              <a:defRPr sz="1600">
                <a:latin typeface="Microsoft YaHei"/>
              </a:defRPr>
            </a:pPr>
            <a:r>
              <a:t>    ├── _extracted/                ← 提取文本</a:t>
            </a:r>
          </a:p>
          <a:p>
            <a:pPr lvl="5">
              <a:spcAft>
                <a:spcPts val="600"/>
              </a:spcAft>
              <a:defRPr sz="1600">
                <a:latin typeface="Microsoft YaHei"/>
              </a:defRPr>
            </a:pPr>
            <a:r>
              <a:t>    └── _analysis/                 ← AI 分析结果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📋 新增病历：将 HIS 导出的 XPS 放入对应病区文件夹 → 重启程序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💾 备份建议：定期备份 data/ 目录及导出的 Excel 台账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📋 迁移部署：复制整个程序目录到目标电脑即可</a:t>
            </a:r>
          </a:p>
          <a:p>
            <a:pPr>
              <a:spcAft>
                <a:spcPts val="600"/>
              </a:spcAft>
              <a:defRPr sz="1600">
                <a:latin typeface="Microsoft YaHei"/>
              </a:defRPr>
            </a:pPr>
            <a:r>
              <a:t>🔑 API Key：在网页顶部工具栏配置，浏览器本地存储，跨会话保留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Q: 双击 EXE 无反应？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A: 检查 config.json，确认 8081 端口未被占用。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Q: AI 分析返回 "LLM not configured"？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A: 在页面顶部填入有效的 DeepSeek API Key (sk-xxx)。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Q: 匹配数为 0？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A: 确认 _analysis/ 下有 JSON 文件，点击刷新重新加载。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Q: 如何迁移到其他电脑？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A: 复制整个程序目录即可。可能需要安装 VC++ Redistributable。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Q: 如何卸载？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A: 直接删除程序目录，不写注册表，无残留文件。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Q: AI 分析准确吗？</a:t>
            </a:r>
          </a:p>
          <a:p>
            <a:pPr>
              <a:spcAft>
                <a:spcPts val="600"/>
              </a:spcAft>
              <a:defRPr sz="1500">
                <a:latin typeface="Microsoft YaHei"/>
              </a:defRPr>
            </a:pPr>
            <a:r>
              <a:t>A: AI 结果仅供参考，最终须由具有资质的质控人员复核确认。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Microsoft YaHei"/>
              </a:defRPr>
            </a:pPr>
            <a:r>
              <a:t>辽宁中医嘉和医院 · 病历质控台账生成器 v2.0 · 产品说明书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DD"/>
                </a:solidFill>
                <a:latin typeface="Microsoft YaHei"/>
              </a:defRPr>
            </a:pPr>
            <a:r>
              <a:t>病历质控台账生成器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AABB"/>
                </a:solidFill>
                <a:latin typeface="Microsoft YaHei"/>
              </a:defRPr>
            </a:pPr>
            <a:r>
              <a:t>辽宁中医嘉和医院 · 医务科/医保办</a:t>
            </a:r>
            <a:br/>
            <a:r>
              <a:t>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